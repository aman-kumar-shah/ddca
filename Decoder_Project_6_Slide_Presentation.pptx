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F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109728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182880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256032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329184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" y="402336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475488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" y="548640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67512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4751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44751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1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4751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21992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21992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21992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21992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99232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99232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99232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99232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2920"/>
            <a:ext cx="2880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FINAL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08760"/>
            <a:ext cx="2926080" cy="2057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DECODER
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977639"/>
            <a:ext cx="283464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D1E6EF"/>
                </a:solidFill>
                <a:latin typeface="Aptos"/>
              </a:rPr>
              <a:t>Digital Logic Design
Logisim Demonstration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777240"/>
            <a:ext cx="722376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Design of 2-to-4 and 3-to-8 Decoders Using Logic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2148840"/>
            <a:ext cx="69494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S4 / S12 • Final Project Presentation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2834640"/>
            <a:ext cx="7132320" cy="2468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063240"/>
            <a:ext cx="6583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48C8C"/>
                </a:solidFill>
                <a:latin typeface="Aptos"/>
              </a:rPr>
              <a:t>TEAM MEMBERS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3520440"/>
            <a:ext cx="65379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2620030064  —  Deethya Reddy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3904488"/>
            <a:ext cx="65379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2620030069  —  Aman Kumar Shah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4288536"/>
            <a:ext cx="65379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2620030077  —  Maroju Venkata Sairam Harsha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4672584"/>
            <a:ext cx="65379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2620030091  —  Katrenikona Lakshmi Harshitha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897880"/>
            <a:ext cx="6766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Project focus: logic • circuit design • simulation •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Introduction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A decoder converts a binary input code into one active output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48C8C"/>
                </a:solidFill>
                <a:latin typeface="Aptos"/>
              </a:rPr>
              <a:t>WHAT IS A DECODER?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54880" cy="333756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A combinational logic circuit with n input bits and up to 2ⁿ output lines.</a:t>
            </a:r>
          </a:p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For each valid input combination, one output is HIGH (1) and the others are LOW (0).</a:t>
            </a:r>
          </a:p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The outputs represent the binary value of the input.</a:t>
            </a:r>
          </a:p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A decoder can be built from NOT, AND and enable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48C8C"/>
                </a:solidFill>
                <a:latin typeface="Aptos"/>
              </a:rPr>
              <a:t>PROJECT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331720"/>
            <a:ext cx="1325880" cy="73152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2-bit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2697480"/>
            <a:ext cx="548641" cy="0"/>
          </a:xfrm>
          <a:prstGeom prst="line">
            <a:avLst/>
          </a:prstGeom>
          <a:ln w="2540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2267712"/>
            <a:ext cx="1143000" cy="86868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Decoder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20" y="2697480"/>
            <a:ext cx="457200" cy="0"/>
          </a:xfrm>
          <a:prstGeom prst="line">
            <a:avLst/>
          </a:prstGeom>
          <a:ln w="2540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331720"/>
            <a:ext cx="1143000" cy="73152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4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20440"/>
            <a:ext cx="4663440" cy="192024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Design a 2-to-4 decoder using logic gates.</a:t>
            </a:r>
          </a:p>
          <a:p>
            <a:pPr>
              <a:spcAft>
                <a:spcPts val="9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Extend the idea to a 3-to-8 decoder.</a:t>
            </a:r>
          </a:p>
          <a:p>
            <a:pPr>
              <a:spcAft>
                <a:spcPts val="9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Verify all input combinations in Logisim.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Theory and Logic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2-to-4 decoder: two inputs select exactly one of four outputs.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4663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114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BOOLEAN EXPRESSIONS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36576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Y₀ = A̅B̅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70632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4"/>
            <a:ext cx="36576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Y₁ = A̅B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92424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6"/>
            <a:ext cx="36576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Y₂ = AB̅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14216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36576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Y₃ = 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39319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A̅ and B̅ are produced using NOT gates. Each output is an AND of one unique input combination.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417320"/>
            <a:ext cx="6263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645920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LOGIC STRUCTURE (CONCEPTUAL)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331720"/>
            <a:ext cx="411480" cy="3200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703320"/>
            <a:ext cx="411480" cy="3200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2487168"/>
            <a:ext cx="548640" cy="0"/>
          </a:xfrm>
          <a:prstGeom prst="line">
            <a:avLst/>
          </a:prstGeom>
          <a:ln w="2286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858768"/>
            <a:ext cx="548640" cy="0"/>
          </a:xfrm>
          <a:prstGeom prst="line">
            <a:avLst/>
          </a:prstGeom>
          <a:ln w="2286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0" y="2176272"/>
            <a:ext cx="868680" cy="59436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NOT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547872"/>
            <a:ext cx="868680" cy="59436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NOT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212848"/>
            <a:ext cx="54864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374F"/>
                </a:solidFill>
                <a:latin typeface="Aptos"/>
              </a:rPr>
              <a:t>A̅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584448"/>
            <a:ext cx="54864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374F"/>
                </a:solidFill>
                <a:latin typeface="Aptos"/>
              </a:rPr>
              <a:t>B̅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205740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138160" y="2322576"/>
            <a:ext cx="228600" cy="164592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138160" y="2322576"/>
            <a:ext cx="228600" cy="164592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18320" y="232257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875520" y="2112264"/>
            <a:ext cx="105156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Y0 = A̅B̅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288036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38160" y="2487168"/>
            <a:ext cx="228600" cy="65836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38160" y="3145536"/>
            <a:ext cx="228600" cy="713232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418320" y="314553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75520" y="2935224"/>
            <a:ext cx="105156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Y1 = A̅B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370332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38160" y="3858768"/>
            <a:ext cx="228600" cy="10972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38160" y="2487168"/>
            <a:ext cx="228600" cy="148132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18320" y="396849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75520" y="3758183"/>
            <a:ext cx="105156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Y2 = AB̅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452628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138160" y="3858768"/>
            <a:ext cx="228600" cy="93268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138160" y="3858768"/>
            <a:ext cx="228600" cy="93268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418320" y="479145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875520" y="4581144"/>
            <a:ext cx="105156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Y3 = AB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5349240"/>
            <a:ext cx="55778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The same principle scales to 3 inputs and 8 minterms.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Circuit Design in Logisim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Build each output from the required input literals using NOT and AND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754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2-TO-4 DECODER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09160" cy="324612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1. Place two input pins: A and B.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2. Use NOT gates to create A̅ and B̅.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3. Place four 2-input AND gates.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4. Wire the four combinations to Y₀–Y₃.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5. Add output pins/LEDs and toggle A, 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526280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64208"/>
            <a:ext cx="4754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3-TO-8 DECODER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709160" cy="324612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1. Place three input pins: A, B and C.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2. Create A̅, B̅ and C̅ with NOT gates.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3. Use eight 3-input AND gates (or equivalent gates).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4. Connect one minterm to each output Y₀–Y₇.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5. Test all 8 combinations from 000 to 111.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80760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BE4B4B"/>
                </a:solidFill>
                <a:latin typeface="Aptos"/>
              </a:rPr>
              <a:t>Note: Insert your own Logisim screenshots here after building and testing the circuits.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Simulation Results and Truth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Expected outputs for active-HIGH decoders; use these tables to verify the Logisim circuit.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1206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2-TO-4 DECODER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5248656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969264"/>
                <a:gridCol w="969264"/>
                <a:gridCol w="969264"/>
                <a:gridCol w="969264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Y₀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Y₁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Y₂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Y₃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160520"/>
            <a:ext cx="49377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Check: exactly one output is 1 for every input pair.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212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3-TO-8 DECODER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83080"/>
          <a:ext cx="5349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3154680"/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Active output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Y₀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Y₁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Y₂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Y₃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Y₄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Y₅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Y₆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Y₇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5806440"/>
            <a:ext cx="5120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All other outputs remain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Conclusion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Decoders are simple building blocks used to select one destination or device.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663440" cy="310896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A 2-to-4 decoder maps 2 input bits to 4 outputs.</a:t>
            </a:r>
          </a:p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A 3-to-8 decoder maps 3 input bits to 8 outputs.</a:t>
            </a:r>
          </a:p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NOT and AND gates implement the required minterms.</a:t>
            </a:r>
          </a:p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Truth-table testing confirms one active output for each valid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617720" cy="2331720"/>
          </a:xfrm>
          <a:prstGeom prst="rect">
            <a:avLst/>
          </a:prstGeom>
          <a:noFill/>
        </p:spPr>
        <p:txBody>
          <a:bodyPr wrap="square" rIns="73152" t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t>•  Memory address and I/O device selection.</a:t>
            </a:r>
          </a:p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t>•  Instruction decoding in processors.</a:t>
            </a:r>
          </a:p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t>•  Seven-segment display and control systems (with suitable logic).</a:t>
            </a:r>
          </a:p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t>•  Digital communication and data routing.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70916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48C8C"/>
                </a:solidFill>
                <a:latin typeface="Aptos"/>
              </a:rPr>
              <a:t>POSSIBLE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074920"/>
            <a:ext cx="45720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8333D"/>
                </a:solidFill>
                <a:latin typeface="Aptos"/>
              </a:rPr>
              <a:t>Add an enable input, compare gate count/delay, and test a cascaded decoder.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Thank you • Questions and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